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80AF8-0B32-494C-B77F-4F4C649DF3AE}" v="12" dt="2026-02-22T08:50:34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8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, Hongrui" userId="08bcad00-300c-4922-94f4-b780c0ab1a9c" providerId="ADAL" clId="{748A0DB9-C178-483D-A9CC-9D8C85EBC1EA}"/>
    <pc:docChg chg="undo custSel addSld modSld">
      <pc:chgData name="Yan, Hongrui" userId="08bcad00-300c-4922-94f4-b780c0ab1a9c" providerId="ADAL" clId="{748A0DB9-C178-483D-A9CC-9D8C85EBC1EA}" dt="2026-02-22T08:51:07.324" v="362" actId="478"/>
      <pc:docMkLst>
        <pc:docMk/>
      </pc:docMkLst>
      <pc:sldChg chg="new">
        <pc:chgData name="Yan, Hongrui" userId="08bcad00-300c-4922-94f4-b780c0ab1a9c" providerId="ADAL" clId="{748A0DB9-C178-483D-A9CC-9D8C85EBC1EA}" dt="2026-02-20T11:24:35.851" v="0" actId="680"/>
        <pc:sldMkLst>
          <pc:docMk/>
          <pc:sldMk cId="3884011100" sldId="256"/>
        </pc:sldMkLst>
      </pc:sldChg>
      <pc:sldChg chg="addSp delSp modSp new mod">
        <pc:chgData name="Yan, Hongrui" userId="08bcad00-300c-4922-94f4-b780c0ab1a9c" providerId="ADAL" clId="{748A0DB9-C178-483D-A9CC-9D8C85EBC1EA}" dt="2026-02-20T11:28:54.503" v="56" actId="1076"/>
        <pc:sldMkLst>
          <pc:docMk/>
          <pc:sldMk cId="3603825035" sldId="257"/>
        </pc:sldMkLst>
        <pc:spChg chg="add mod">
          <ac:chgData name="Yan, Hongrui" userId="08bcad00-300c-4922-94f4-b780c0ab1a9c" providerId="ADAL" clId="{748A0DB9-C178-483D-A9CC-9D8C85EBC1EA}" dt="2026-02-20T11:28:35.214" v="49" actId="1076"/>
          <ac:spMkLst>
            <pc:docMk/>
            <pc:sldMk cId="3603825035" sldId="257"/>
            <ac:spMk id="23" creationId="{D0ECAE35-ABC8-602A-0328-0C056B3DF292}"/>
          </ac:spMkLst>
        </pc:spChg>
        <pc:picChg chg="add mod">
          <ac:chgData name="Yan, Hongrui" userId="08bcad00-300c-4922-94f4-b780c0ab1a9c" providerId="ADAL" clId="{748A0DB9-C178-483D-A9CC-9D8C85EBC1EA}" dt="2026-02-20T11:25:06.600" v="14" actId="1076"/>
          <ac:picMkLst>
            <pc:docMk/>
            <pc:sldMk cId="3603825035" sldId="257"/>
            <ac:picMk id="5" creationId="{A1779FA7-500C-6AEC-6612-AA58AB6A4C91}"/>
          </ac:picMkLst>
        </pc:picChg>
        <pc:cxnChg chg="add mod">
          <ac:chgData name="Yan, Hongrui" userId="08bcad00-300c-4922-94f4-b780c0ab1a9c" providerId="ADAL" clId="{748A0DB9-C178-483D-A9CC-9D8C85EBC1EA}" dt="2026-02-20T11:25:22.997" v="16" actId="13822"/>
          <ac:cxnSpMkLst>
            <pc:docMk/>
            <pc:sldMk cId="3603825035" sldId="257"/>
            <ac:cxnSpMk id="7" creationId="{AEADDC1B-D321-2330-3EB1-3918F298D795}"/>
          </ac:cxnSpMkLst>
        </pc:cxnChg>
        <pc:cxnChg chg="add mod">
          <ac:chgData name="Yan, Hongrui" userId="08bcad00-300c-4922-94f4-b780c0ab1a9c" providerId="ADAL" clId="{748A0DB9-C178-483D-A9CC-9D8C85EBC1EA}" dt="2026-02-20T11:25:40.421" v="19" actId="14100"/>
          <ac:cxnSpMkLst>
            <pc:docMk/>
            <pc:sldMk cId="3603825035" sldId="257"/>
            <ac:cxnSpMk id="9" creationId="{C5C7DC73-6295-4E59-90F6-3AF17F21D310}"/>
          </ac:cxnSpMkLst>
        </pc:cxnChg>
        <pc:cxnChg chg="add mod">
          <ac:chgData name="Yan, Hongrui" userId="08bcad00-300c-4922-94f4-b780c0ab1a9c" providerId="ADAL" clId="{748A0DB9-C178-483D-A9CC-9D8C85EBC1EA}" dt="2026-02-20T11:25:48.557" v="23" actId="14100"/>
          <ac:cxnSpMkLst>
            <pc:docMk/>
            <pc:sldMk cId="3603825035" sldId="257"/>
            <ac:cxnSpMk id="11" creationId="{E6B043D7-182C-36AC-3EC9-8A52FE608342}"/>
          </ac:cxnSpMkLst>
        </pc:cxnChg>
        <pc:cxnChg chg="add mod">
          <ac:chgData name="Yan, Hongrui" userId="08bcad00-300c-4922-94f4-b780c0ab1a9c" providerId="ADAL" clId="{748A0DB9-C178-483D-A9CC-9D8C85EBC1EA}" dt="2026-02-20T11:25:56.455" v="28" actId="14100"/>
          <ac:cxnSpMkLst>
            <pc:docMk/>
            <pc:sldMk cId="3603825035" sldId="257"/>
            <ac:cxnSpMk id="14" creationId="{B96FE047-DC3E-CDB1-EEA8-7A8A0210F289}"/>
          </ac:cxnSpMkLst>
        </pc:cxnChg>
        <pc:cxnChg chg="add mod">
          <ac:chgData name="Yan, Hongrui" userId="08bcad00-300c-4922-94f4-b780c0ab1a9c" providerId="ADAL" clId="{748A0DB9-C178-483D-A9CC-9D8C85EBC1EA}" dt="2026-02-20T11:28:54.503" v="56" actId="1076"/>
          <ac:cxnSpMkLst>
            <pc:docMk/>
            <pc:sldMk cId="3603825035" sldId="257"/>
            <ac:cxnSpMk id="24" creationId="{5BC6CE89-F879-2623-A4CB-9F4A7BB759A5}"/>
          </ac:cxnSpMkLst>
        </pc:cxnChg>
      </pc:sldChg>
      <pc:sldChg chg="addSp delSp modSp new mod">
        <pc:chgData name="Yan, Hongrui" userId="08bcad00-300c-4922-94f4-b780c0ab1a9c" providerId="ADAL" clId="{748A0DB9-C178-483D-A9CC-9D8C85EBC1EA}" dt="2026-02-20T12:21:15.770" v="154" actId="1076"/>
        <pc:sldMkLst>
          <pc:docMk/>
          <pc:sldMk cId="3979734313" sldId="258"/>
        </pc:sldMkLst>
        <pc:spChg chg="add mod">
          <ac:chgData name="Yan, Hongrui" userId="08bcad00-300c-4922-94f4-b780c0ab1a9c" providerId="ADAL" clId="{748A0DB9-C178-483D-A9CC-9D8C85EBC1EA}" dt="2026-02-20T12:20:24.006" v="112" actId="1076"/>
          <ac:spMkLst>
            <pc:docMk/>
            <pc:sldMk cId="3979734313" sldId="258"/>
            <ac:spMk id="6" creationId="{A7D6A23D-5C99-AA05-14DB-B1C3C5A20DD0}"/>
          </ac:spMkLst>
        </pc:spChg>
        <pc:spChg chg="add mod">
          <ac:chgData name="Yan, Hongrui" userId="08bcad00-300c-4922-94f4-b780c0ab1a9c" providerId="ADAL" clId="{748A0DB9-C178-483D-A9CC-9D8C85EBC1EA}" dt="2026-02-20T12:20:21.714" v="111" actId="1076"/>
          <ac:spMkLst>
            <pc:docMk/>
            <pc:sldMk cId="3979734313" sldId="258"/>
            <ac:spMk id="11" creationId="{8EDB9184-6F98-83DA-2C4B-7283B5AF5BA7}"/>
          </ac:spMkLst>
        </pc:spChg>
        <pc:spChg chg="add mod">
          <ac:chgData name="Yan, Hongrui" userId="08bcad00-300c-4922-94f4-b780c0ab1a9c" providerId="ADAL" clId="{748A0DB9-C178-483D-A9CC-9D8C85EBC1EA}" dt="2026-02-20T12:21:15.770" v="154" actId="1076"/>
          <ac:spMkLst>
            <pc:docMk/>
            <pc:sldMk cId="3979734313" sldId="258"/>
            <ac:spMk id="12" creationId="{8F931970-0773-8760-8C59-82FB6367E1AF}"/>
          </ac:spMkLst>
        </pc:spChg>
        <pc:picChg chg="add mod">
          <ac:chgData name="Yan, Hongrui" userId="08bcad00-300c-4922-94f4-b780c0ab1a9c" providerId="ADAL" clId="{748A0DB9-C178-483D-A9CC-9D8C85EBC1EA}" dt="2026-02-20T12:10:54.962" v="86" actId="1076"/>
          <ac:picMkLst>
            <pc:docMk/>
            <pc:sldMk cId="3979734313" sldId="258"/>
            <ac:picMk id="5" creationId="{1657EA04-F436-D288-60AD-30104F7D6E2F}"/>
          </ac:picMkLst>
        </pc:picChg>
        <pc:picChg chg="add mod">
          <ac:chgData name="Yan, Hongrui" userId="08bcad00-300c-4922-94f4-b780c0ab1a9c" providerId="ADAL" clId="{748A0DB9-C178-483D-A9CC-9D8C85EBC1EA}" dt="2026-02-20T12:20:14.587" v="107" actId="1076"/>
          <ac:picMkLst>
            <pc:docMk/>
            <pc:sldMk cId="3979734313" sldId="258"/>
            <ac:picMk id="10" creationId="{3C60B966-8A0C-5BB2-5C6C-29BA1BDA9D70}"/>
          </ac:picMkLst>
        </pc:picChg>
      </pc:sldChg>
      <pc:sldChg chg="addSp delSp modSp new mod">
        <pc:chgData name="Yan, Hongrui" userId="08bcad00-300c-4922-94f4-b780c0ab1a9c" providerId="ADAL" clId="{748A0DB9-C178-483D-A9CC-9D8C85EBC1EA}" dt="2026-02-22T08:51:07.324" v="362" actId="478"/>
        <pc:sldMkLst>
          <pc:docMk/>
          <pc:sldMk cId="1233551501" sldId="259"/>
        </pc:sldMkLst>
        <pc:spChg chg="del">
          <ac:chgData name="Yan, Hongrui" userId="08bcad00-300c-4922-94f4-b780c0ab1a9c" providerId="ADAL" clId="{748A0DB9-C178-483D-A9CC-9D8C85EBC1EA}" dt="2026-02-22T08:36:19.096" v="156" actId="478"/>
          <ac:spMkLst>
            <pc:docMk/>
            <pc:sldMk cId="1233551501" sldId="259"/>
            <ac:spMk id="2" creationId="{752EEDD0-C98A-EC02-5169-79CFA6A613DF}"/>
          </ac:spMkLst>
        </pc:spChg>
        <pc:spChg chg="del">
          <ac:chgData name="Yan, Hongrui" userId="08bcad00-300c-4922-94f4-b780c0ab1a9c" providerId="ADAL" clId="{748A0DB9-C178-483D-A9CC-9D8C85EBC1EA}" dt="2026-02-22T08:36:19.492" v="157" actId="478"/>
          <ac:spMkLst>
            <pc:docMk/>
            <pc:sldMk cId="1233551501" sldId="259"/>
            <ac:spMk id="3" creationId="{8AC00C12-F9AA-2C07-1E06-E19C5D876A72}"/>
          </ac:spMkLst>
        </pc:spChg>
        <pc:spChg chg="add del">
          <ac:chgData name="Yan, Hongrui" userId="08bcad00-300c-4922-94f4-b780c0ab1a9c" providerId="ADAL" clId="{748A0DB9-C178-483D-A9CC-9D8C85EBC1EA}" dt="2026-02-22T08:44:20.345" v="176" actId="478"/>
          <ac:spMkLst>
            <pc:docMk/>
            <pc:sldMk cId="1233551501" sldId="259"/>
            <ac:spMk id="8" creationId="{197D464C-C679-D502-16BC-8100255F8485}"/>
          </ac:spMkLst>
        </pc:spChg>
        <pc:spChg chg="add del">
          <ac:chgData name="Yan, Hongrui" userId="08bcad00-300c-4922-94f4-b780c0ab1a9c" providerId="ADAL" clId="{748A0DB9-C178-483D-A9CC-9D8C85EBC1EA}" dt="2026-02-22T08:44:47.763" v="189" actId="11529"/>
          <ac:spMkLst>
            <pc:docMk/>
            <pc:sldMk cId="1233551501" sldId="259"/>
            <ac:spMk id="13" creationId="{21307EFC-7592-C1C4-21EA-7EDC283DA32D}"/>
          </ac:spMkLst>
        </pc:spChg>
        <pc:spChg chg="add mod">
          <ac:chgData name="Yan, Hongrui" userId="08bcad00-300c-4922-94f4-b780c0ab1a9c" providerId="ADAL" clId="{748A0DB9-C178-483D-A9CC-9D8C85EBC1EA}" dt="2026-02-22T08:50:24.046" v="354" actId="207"/>
          <ac:spMkLst>
            <pc:docMk/>
            <pc:sldMk cId="1233551501" sldId="259"/>
            <ac:spMk id="32" creationId="{414E85CB-9150-424B-819C-D6EEEB64BD49}"/>
          </ac:spMkLst>
        </pc:spChg>
        <pc:grpChg chg="add mod">
          <ac:chgData name="Yan, Hongrui" userId="08bcad00-300c-4922-94f4-b780c0ab1a9c" providerId="ADAL" clId="{748A0DB9-C178-483D-A9CC-9D8C85EBC1EA}" dt="2026-02-22T08:45:52.849" v="327" actId="1076"/>
          <ac:grpSpMkLst>
            <pc:docMk/>
            <pc:sldMk cId="1233551501" sldId="259"/>
            <ac:grpSpMk id="22" creationId="{6986E17F-DE29-3477-0F59-7E1C62ED3B77}"/>
          </ac:grpSpMkLst>
        </pc:grpChg>
        <pc:picChg chg="add del mod modCrop">
          <ac:chgData name="Yan, Hongrui" userId="08bcad00-300c-4922-94f4-b780c0ab1a9c" providerId="ADAL" clId="{748A0DB9-C178-483D-A9CC-9D8C85EBC1EA}" dt="2026-02-22T08:37:16.441" v="164" actId="478"/>
          <ac:picMkLst>
            <pc:docMk/>
            <pc:sldMk cId="1233551501" sldId="259"/>
            <ac:picMk id="5" creationId="{B7F0BAF3-5A86-1295-C5CB-B59A56158A2E}"/>
          </ac:picMkLst>
        </pc:picChg>
        <pc:picChg chg="add del mod modCrop">
          <ac:chgData name="Yan, Hongrui" userId="08bcad00-300c-4922-94f4-b780c0ab1a9c" providerId="ADAL" clId="{748A0DB9-C178-483D-A9CC-9D8C85EBC1EA}" dt="2026-02-22T08:44:19.016" v="175" actId="478"/>
          <ac:picMkLst>
            <pc:docMk/>
            <pc:sldMk cId="1233551501" sldId="259"/>
            <ac:picMk id="7" creationId="{4FE237C7-3DA9-B88D-C464-7B4CD5EC4FE0}"/>
          </ac:picMkLst>
        </pc:picChg>
        <pc:picChg chg="add mod modCrop">
          <ac:chgData name="Yan, Hongrui" userId="08bcad00-300c-4922-94f4-b780c0ab1a9c" providerId="ADAL" clId="{748A0DB9-C178-483D-A9CC-9D8C85EBC1EA}" dt="2026-02-22T08:45:50.489" v="326" actId="164"/>
          <ac:picMkLst>
            <pc:docMk/>
            <pc:sldMk cId="1233551501" sldId="259"/>
            <ac:picMk id="10" creationId="{21DA0105-CE78-2068-E168-C75AA0104506}"/>
          </ac:picMkLst>
        </pc:picChg>
        <pc:picChg chg="add mod">
          <ac:chgData name="Yan, Hongrui" userId="08bcad00-300c-4922-94f4-b780c0ab1a9c" providerId="ADAL" clId="{748A0DB9-C178-483D-A9CC-9D8C85EBC1EA}" dt="2026-02-22T08:50:05.833" v="351" actId="1076"/>
          <ac:picMkLst>
            <pc:docMk/>
            <pc:sldMk cId="1233551501" sldId="259"/>
            <ac:picMk id="24" creationId="{C3BFFFEB-5755-0F39-B872-040EB09D2ADA}"/>
          </ac:picMkLst>
        </pc:picChg>
        <pc:cxnChg chg="add del">
          <ac:chgData name="Yan, Hongrui" userId="08bcad00-300c-4922-94f4-b780c0ab1a9c" providerId="ADAL" clId="{748A0DB9-C178-483D-A9CC-9D8C85EBC1EA}" dt="2026-02-22T08:44:39.975" v="187" actId="11529"/>
          <ac:cxnSpMkLst>
            <pc:docMk/>
            <pc:sldMk cId="1233551501" sldId="259"/>
            <ac:cxnSpMk id="12" creationId="{16FCC9A5-B642-277F-78F5-E7B518A0D115}"/>
          </ac:cxnSpMkLst>
        </pc:cxnChg>
        <pc:cxnChg chg="add mod">
          <ac:chgData name="Yan, Hongrui" userId="08bcad00-300c-4922-94f4-b780c0ab1a9c" providerId="ADAL" clId="{748A0DB9-C178-483D-A9CC-9D8C85EBC1EA}" dt="2026-02-22T08:49:52.888" v="346" actId="208"/>
          <ac:cxnSpMkLst>
            <pc:docMk/>
            <pc:sldMk cId="1233551501" sldId="259"/>
            <ac:cxnSpMk id="15" creationId="{92903D75-3527-5D04-D370-08E630410C57}"/>
          </ac:cxnSpMkLst>
        </pc:cxnChg>
        <pc:cxnChg chg="add mod">
          <ac:chgData name="Yan, Hongrui" userId="08bcad00-300c-4922-94f4-b780c0ab1a9c" providerId="ADAL" clId="{748A0DB9-C178-483D-A9CC-9D8C85EBC1EA}" dt="2026-02-22T08:49:56.714" v="347" actId="208"/>
          <ac:cxnSpMkLst>
            <pc:docMk/>
            <pc:sldMk cId="1233551501" sldId="259"/>
            <ac:cxnSpMk id="18" creationId="{0A49E110-CF77-7424-93F5-9E7B39D4AC0C}"/>
          </ac:cxnSpMkLst>
        </pc:cxnChg>
        <pc:cxnChg chg="add mod">
          <ac:chgData name="Yan, Hongrui" userId="08bcad00-300c-4922-94f4-b780c0ab1a9c" providerId="ADAL" clId="{748A0DB9-C178-483D-A9CC-9D8C85EBC1EA}" dt="2026-02-22T08:45:50.489" v="326" actId="164"/>
          <ac:cxnSpMkLst>
            <pc:docMk/>
            <pc:sldMk cId="1233551501" sldId="259"/>
            <ac:cxnSpMk id="19" creationId="{BF980EB9-9842-6300-0466-30DBBEFC65C8}"/>
          </ac:cxnSpMkLst>
        </pc:cxnChg>
        <pc:cxnChg chg="add del mod">
          <ac:chgData name="Yan, Hongrui" userId="08bcad00-300c-4922-94f4-b780c0ab1a9c" providerId="ADAL" clId="{748A0DB9-C178-483D-A9CC-9D8C85EBC1EA}" dt="2026-02-22T08:51:07.324" v="362" actId="478"/>
          <ac:cxnSpMkLst>
            <pc:docMk/>
            <pc:sldMk cId="1233551501" sldId="259"/>
            <ac:cxnSpMk id="20" creationId="{93BF0719-5B6D-AA14-9AAD-E56BB143ED6C}"/>
          </ac:cxnSpMkLst>
        </pc:cxnChg>
        <pc:cxnChg chg="add mod">
          <ac:chgData name="Yan, Hongrui" userId="08bcad00-300c-4922-94f4-b780c0ab1a9c" providerId="ADAL" clId="{748A0DB9-C178-483D-A9CC-9D8C85EBC1EA}" dt="2026-02-22T08:49:47.555" v="345" actId="208"/>
          <ac:cxnSpMkLst>
            <pc:docMk/>
            <pc:sldMk cId="1233551501" sldId="259"/>
            <ac:cxnSpMk id="21" creationId="{4359FAD5-3A72-C6EE-CC1F-1B6745DA8536}"/>
          </ac:cxnSpMkLst>
        </pc:cxnChg>
        <pc:cxnChg chg="add del">
          <ac:chgData name="Yan, Hongrui" userId="08bcad00-300c-4922-94f4-b780c0ab1a9c" providerId="ADAL" clId="{748A0DB9-C178-483D-A9CC-9D8C85EBC1EA}" dt="2026-02-22T08:48:56.805" v="336" actId="11529"/>
          <ac:cxnSpMkLst>
            <pc:docMk/>
            <pc:sldMk cId="1233551501" sldId="259"/>
            <ac:cxnSpMk id="26" creationId="{FFD3AF2E-2B13-8C7C-DEA7-8B7CFD8CC7D0}"/>
          </ac:cxnSpMkLst>
        </pc:cxnChg>
        <pc:cxnChg chg="add del">
          <ac:chgData name="Yan, Hongrui" userId="08bcad00-300c-4922-94f4-b780c0ab1a9c" providerId="ADAL" clId="{748A0DB9-C178-483D-A9CC-9D8C85EBC1EA}" dt="2026-02-22T08:49:34.788" v="340" actId="11529"/>
          <ac:cxnSpMkLst>
            <pc:docMk/>
            <pc:sldMk cId="1233551501" sldId="259"/>
            <ac:cxnSpMk id="28" creationId="{C82F7225-0CC3-E7CF-4499-FB9E1C8324CF}"/>
          </ac:cxnSpMkLst>
        </pc:cxnChg>
        <pc:cxnChg chg="add mod">
          <ac:chgData name="Yan, Hongrui" userId="08bcad00-300c-4922-94f4-b780c0ab1a9c" providerId="ADAL" clId="{748A0DB9-C178-483D-A9CC-9D8C85EBC1EA}" dt="2026-02-22T08:50:26.924" v="355" actId="14100"/>
          <ac:cxnSpMkLst>
            <pc:docMk/>
            <pc:sldMk cId="1233551501" sldId="259"/>
            <ac:cxnSpMk id="29" creationId="{AA97F1CB-F47F-BE70-A57F-3B365D073599}"/>
          </ac:cxnSpMkLst>
        </pc:cxnChg>
        <pc:cxnChg chg="add mod">
          <ac:chgData name="Yan, Hongrui" userId="08bcad00-300c-4922-94f4-b780c0ab1a9c" providerId="ADAL" clId="{748A0DB9-C178-483D-A9CC-9D8C85EBC1EA}" dt="2026-02-22T08:50:32.858" v="358" actId="14100"/>
          <ac:cxnSpMkLst>
            <pc:docMk/>
            <pc:sldMk cId="1233551501" sldId="259"/>
            <ac:cxnSpMk id="34" creationId="{813FE30A-99E4-DAED-738D-1775A99C1498}"/>
          </ac:cxnSpMkLst>
        </pc:cxnChg>
        <pc:cxnChg chg="add mod">
          <ac:chgData name="Yan, Hongrui" userId="08bcad00-300c-4922-94f4-b780c0ab1a9c" providerId="ADAL" clId="{748A0DB9-C178-483D-A9CC-9D8C85EBC1EA}" dt="2026-02-22T08:50:38.852" v="361" actId="14100"/>
          <ac:cxnSpMkLst>
            <pc:docMk/>
            <pc:sldMk cId="1233551501" sldId="259"/>
            <ac:cxnSpMk id="36" creationId="{7ADFE33B-6B62-3FA2-BFCA-ADBC1E19B10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D744F-9E3D-4A82-9874-86B951D29713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48A64-259A-45D7-AC24-394347502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69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48A64-259A-45D7-AC24-394347502A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2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01893-C582-F02C-4FCC-80BC25339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EE6160-945C-F4B0-F030-49E78AB60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1583FE-4351-C687-148A-6E1136D2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D01C40-D93B-917A-AB8C-2BE14A92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A9536-508E-35CC-1A7C-2E57F045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6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790C6-FB1E-4595-93A4-82EA1EBB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9A963-7579-86BD-F07C-A372DF46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7B49B-BA76-5FD4-4F5C-12195C22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596C2-D0DA-186D-FE2D-13DDAEAA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5CED0-A6C3-0095-0EAC-FDB6E7B7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73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BA347-FBB1-9899-6AE1-3D266A2D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89E11-1E80-FCAD-8604-DB94C9762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F88C4-770F-C308-4BF6-59C3C5F0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639435-B654-C777-DC40-46B6A96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12F23-6E4C-F2DC-9BFD-3A4D5062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1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3CCCD-9DC9-C6B9-8081-06C92EBD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FE459-5B45-D881-F95E-A97F666C8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F9E12A-13B0-D632-1D37-37B033CAA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56283-184C-2FFD-B428-B5D5CE51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88E97C-E62E-F850-6934-849C78E8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941974-A2DA-FB30-A07B-28E190DF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33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156E6-FFEB-80FB-5DDB-35E004ADA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54F3B-77A6-A063-7470-DBD9E02C9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F098BE-4300-059C-75E9-FE4536158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F39BA9-F57C-A146-1F61-EA5D6E4EF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BD214B-6EA7-AC33-37E2-C50E19596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D5C7E9-AF64-01E0-5B54-7B20E8D0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3A24D8-4AA0-4DCC-173D-9296124A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5169C3-5102-683B-17DD-78C22762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61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EECB5-C23F-BC10-F60B-C0163479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0B1B68-66A6-B159-CEFD-3F13C966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DA3284-7E73-4EBB-0418-70FB6525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B3D0EB-6077-88AE-8128-6F1277B6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19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ABEADB-EE9A-C381-D212-1C6E1A38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6083A3-6E30-E4BB-2E44-732F5175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7C857-C515-7F6C-F606-03CA97AB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766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EBA7A-2ED3-FAF0-D3FC-F84161850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D07D0-9EEF-7E6D-A4E5-96119840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969986-725F-4C99-1979-E519D99DE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3EA05-94AD-1AFB-11D0-81F72893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4F7F2-9689-1274-1BE3-91328663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71AB78-E974-AED7-33CD-023B10A4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2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254B4-00D1-AD24-1474-EB69DF44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D74CC6-E6A4-225A-060E-D7DC316A5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3E2980-1FF8-3063-1D14-9BDB7B54B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B29604-31F7-DC74-5E7D-E51E8DBE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31586A-58A9-F76B-D07E-268DA3E1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038ED3-066A-994A-F040-983E568C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16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BBDBB-A534-D88A-83A4-F136B46C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CEC808-A843-CFCD-6B75-B9A3B3C6F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3BE76B-5510-1E94-0D18-01D2C8C3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3EA763-3C3F-6D4C-CC1D-AD684625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85B094-6EBA-BD66-CF49-375E4479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634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6E81B8-E13A-5B64-6B0B-9AD99F3E4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85BA9F-BA50-3BF7-76DB-A81DF9E68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FB8E9-F6E2-8908-A076-05757908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186E8-8BF8-5BC8-903B-DFD27CC9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0B960-9C24-0947-4507-C86D6948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56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9E7F9A-0179-BE82-764A-1CB95C9C2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9122A-8925-342E-7DC3-9C19D50B5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D4029-2D49-3C62-A4BE-697732AB0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D10B3-659E-48DC-BEBF-7D1F8C91438B}" type="datetimeFigureOut">
              <a:rPr lang="zh-CN" altLang="en-US" smtClean="0"/>
              <a:t>2026/2/22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982F7D-42BC-7087-F82F-7266DBDD2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6910D-C102-28E8-40D0-E143F1939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89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2C7FB-C5FC-66DB-ED5D-AE1BC5B8F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8E0FC6-9D5F-6512-E31C-7969939CCC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01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A1779FA7-500C-6AEC-6612-AA58AB6A4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052" y="386502"/>
            <a:ext cx="7244948" cy="534314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EADDC1B-D321-2330-3EB1-3918F298D795}"/>
              </a:ext>
            </a:extLst>
          </p:cNvPr>
          <p:cNvCxnSpPr/>
          <p:nvPr/>
        </p:nvCxnSpPr>
        <p:spPr>
          <a:xfrm flipV="1">
            <a:off x="3835400" y="1390650"/>
            <a:ext cx="57785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5C7DC73-6295-4E59-90F6-3AF17F21D310}"/>
              </a:ext>
            </a:extLst>
          </p:cNvPr>
          <p:cNvCxnSpPr>
            <a:cxnSpLocks/>
          </p:cNvCxnSpPr>
          <p:nvPr/>
        </p:nvCxnSpPr>
        <p:spPr>
          <a:xfrm>
            <a:off x="7118350" y="1390650"/>
            <a:ext cx="52070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6B043D7-182C-36AC-3EC9-8A52FE608342}"/>
              </a:ext>
            </a:extLst>
          </p:cNvPr>
          <p:cNvCxnSpPr>
            <a:cxnSpLocks/>
          </p:cNvCxnSpPr>
          <p:nvPr/>
        </p:nvCxnSpPr>
        <p:spPr>
          <a:xfrm flipV="1">
            <a:off x="3962400" y="1644650"/>
            <a:ext cx="387350" cy="400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96FE047-DC3E-CDB1-EEA8-7A8A0210F289}"/>
              </a:ext>
            </a:extLst>
          </p:cNvPr>
          <p:cNvCxnSpPr>
            <a:cxnSpLocks/>
          </p:cNvCxnSpPr>
          <p:nvPr/>
        </p:nvCxnSpPr>
        <p:spPr>
          <a:xfrm>
            <a:off x="7251700" y="1749425"/>
            <a:ext cx="387350" cy="428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弧形 22">
            <a:extLst>
              <a:ext uri="{FF2B5EF4-FFF2-40B4-BE49-F238E27FC236}">
                <a16:creationId xmlns:a16="http://schemas.microsoft.com/office/drawing/2014/main" id="{D0ECAE35-ABC8-602A-0328-0C056B3DF292}"/>
              </a:ext>
            </a:extLst>
          </p:cNvPr>
          <p:cNvSpPr/>
          <p:nvPr/>
        </p:nvSpPr>
        <p:spPr>
          <a:xfrm rot="8423937">
            <a:off x="4292599" y="1977050"/>
            <a:ext cx="3397250" cy="2903901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BC6CE89-F879-2623-A4CB-9F4A7BB759A5}"/>
              </a:ext>
            </a:extLst>
          </p:cNvPr>
          <p:cNvCxnSpPr>
            <a:cxnSpLocks/>
          </p:cNvCxnSpPr>
          <p:nvPr/>
        </p:nvCxnSpPr>
        <p:spPr>
          <a:xfrm flipH="1" flipV="1">
            <a:off x="4614068" y="4425157"/>
            <a:ext cx="77887" cy="98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82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, 食物&#10;&#10;AI 生成的内容可能不正确。">
            <a:extLst>
              <a:ext uri="{FF2B5EF4-FFF2-40B4-BE49-F238E27FC236}">
                <a16:creationId xmlns:a16="http://schemas.microsoft.com/office/drawing/2014/main" id="{1657EA04-F436-D288-60AD-30104F7D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73" y="769711"/>
            <a:ext cx="4544227" cy="45642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D6A23D-5C99-AA05-14DB-B1C3C5A20DD0}"/>
              </a:ext>
            </a:extLst>
          </p:cNvPr>
          <p:cNvSpPr txBox="1"/>
          <p:nvPr/>
        </p:nvSpPr>
        <p:spPr>
          <a:xfrm>
            <a:off x="2071286" y="5187950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Coupling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 descr="形状&#10;&#10;AI 生成的内容可能不正确。">
            <a:extLst>
              <a:ext uri="{FF2B5EF4-FFF2-40B4-BE49-F238E27FC236}">
                <a16:creationId xmlns:a16="http://schemas.microsoft.com/office/drawing/2014/main" id="{3C60B966-8A0C-5BB2-5C6C-29BA1BDA9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3443"/>
            <a:ext cx="4544227" cy="51706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EDB9184-6F98-83DA-2C4B-7283B5AF5BA7}"/>
              </a:ext>
            </a:extLst>
          </p:cNvPr>
          <p:cNvSpPr txBox="1"/>
          <p:nvPr/>
        </p:nvSpPr>
        <p:spPr>
          <a:xfrm>
            <a:off x="7437036" y="5321816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Coupling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931970-0773-8760-8C59-82FB6367E1AF}"/>
              </a:ext>
            </a:extLst>
          </p:cNvPr>
          <p:cNvSpPr txBox="1"/>
          <p:nvPr/>
        </p:nvSpPr>
        <p:spPr>
          <a:xfrm>
            <a:off x="4845692" y="585045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Density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734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6986E17F-DE29-3477-0F59-7E1C62ED3B77}"/>
              </a:ext>
            </a:extLst>
          </p:cNvPr>
          <p:cNvGrpSpPr/>
          <p:nvPr/>
        </p:nvGrpSpPr>
        <p:grpSpPr>
          <a:xfrm>
            <a:off x="0" y="0"/>
            <a:ext cx="7021286" cy="6590213"/>
            <a:chOff x="65314" y="133893"/>
            <a:chExt cx="7021286" cy="6590213"/>
          </a:xfrm>
        </p:grpSpPr>
        <p:pic>
          <p:nvPicPr>
            <p:cNvPr id="10" name="图片 9" descr="图表, 气泡图&#10;&#10;AI 生成的内容可能不正确。">
              <a:extLst>
                <a:ext uri="{FF2B5EF4-FFF2-40B4-BE49-F238E27FC236}">
                  <a16:creationId xmlns:a16="http://schemas.microsoft.com/office/drawing/2014/main" id="{21DA0105-CE78-2068-E168-C75AA0104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58" t="1717" r="5629" b="2188"/>
            <a:stretch>
              <a:fillRect/>
            </a:stretch>
          </p:blipFill>
          <p:spPr>
            <a:xfrm>
              <a:off x="65314" y="133893"/>
              <a:ext cx="7021286" cy="6590213"/>
            </a:xfrm>
            <a:prstGeom prst="rect">
              <a:avLst/>
            </a:prstGeom>
          </p:spPr>
        </p:pic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2903D75-3527-5D04-D370-08E630410C57}"/>
                </a:ext>
              </a:extLst>
            </p:cNvPr>
            <p:cNvCxnSpPr>
              <a:cxnSpLocks/>
            </p:cNvCxnSpPr>
            <p:nvPr/>
          </p:nvCxnSpPr>
          <p:spPr>
            <a:xfrm>
              <a:off x="679450" y="5422900"/>
              <a:ext cx="5740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A49E110-CF77-7424-93F5-9E7B39D4AC0C}"/>
                </a:ext>
              </a:extLst>
            </p:cNvPr>
            <p:cNvCxnSpPr>
              <a:cxnSpLocks/>
            </p:cNvCxnSpPr>
            <p:nvPr/>
          </p:nvCxnSpPr>
          <p:spPr>
            <a:xfrm>
              <a:off x="679450" y="5994400"/>
              <a:ext cx="5740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F980EB9-9842-6300-0466-30DBBEFC65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0" y="6146800"/>
              <a:ext cx="5740400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359FAD5-3A72-C6EE-CC1F-1B6745DA8536}"/>
                </a:ext>
              </a:extLst>
            </p:cNvPr>
            <p:cNvCxnSpPr>
              <a:cxnSpLocks/>
            </p:cNvCxnSpPr>
            <p:nvPr/>
          </p:nvCxnSpPr>
          <p:spPr>
            <a:xfrm>
              <a:off x="679450" y="1225550"/>
              <a:ext cx="5740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图片 23" descr="图示&#10;&#10;AI 生成的内容可能不正确。">
            <a:extLst>
              <a:ext uri="{FF2B5EF4-FFF2-40B4-BE49-F238E27FC236}">
                <a16:creationId xmlns:a16="http://schemas.microsoft.com/office/drawing/2014/main" id="{C3BFFFEB-5755-0F39-B872-040EB09D2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300" y="268062"/>
            <a:ext cx="4280067" cy="5744845"/>
          </a:xfrm>
          <a:prstGeom prst="rect">
            <a:avLst/>
          </a:prstGeom>
        </p:spPr>
      </p:pic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A97F1CB-F47F-BE70-A57F-3B365D073599}"/>
              </a:ext>
            </a:extLst>
          </p:cNvPr>
          <p:cNvCxnSpPr>
            <a:cxnSpLocks/>
          </p:cNvCxnSpPr>
          <p:nvPr/>
        </p:nvCxnSpPr>
        <p:spPr>
          <a:xfrm flipV="1">
            <a:off x="6354536" y="171449"/>
            <a:ext cx="1360881" cy="9202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414E85CB-9150-424B-819C-D6EEEB64BD49}"/>
              </a:ext>
            </a:extLst>
          </p:cNvPr>
          <p:cNvSpPr/>
          <p:nvPr/>
        </p:nvSpPr>
        <p:spPr>
          <a:xfrm>
            <a:off x="7727950" y="171450"/>
            <a:ext cx="4305300" cy="59055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13FE30A-99E4-DAED-738D-1775A99C1498}"/>
              </a:ext>
            </a:extLst>
          </p:cNvPr>
          <p:cNvCxnSpPr>
            <a:cxnSpLocks/>
          </p:cNvCxnSpPr>
          <p:nvPr/>
        </p:nvCxnSpPr>
        <p:spPr>
          <a:xfrm>
            <a:off x="6340845" y="5860507"/>
            <a:ext cx="1374572" cy="1523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ADFE33B-6B62-3FA2-BFCA-ADBC1E19B109}"/>
              </a:ext>
            </a:extLst>
          </p:cNvPr>
          <p:cNvCxnSpPr>
            <a:cxnSpLocks/>
          </p:cNvCxnSpPr>
          <p:nvPr/>
        </p:nvCxnSpPr>
        <p:spPr>
          <a:xfrm flipV="1">
            <a:off x="6334000" y="4768850"/>
            <a:ext cx="1381417" cy="5143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551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</Words>
  <Application>Microsoft Office PowerPoint</Application>
  <PresentationFormat>宽屏</PresentationFormat>
  <Paragraphs>4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Yan, Hongrui</dc:creator>
  <cp:lastModifiedBy>Yan, Hongrui</cp:lastModifiedBy>
  <cp:revision>1</cp:revision>
  <dcterms:created xsi:type="dcterms:W3CDTF">2026-02-20T11:24:34Z</dcterms:created>
  <dcterms:modified xsi:type="dcterms:W3CDTF">2026-02-22T08:51:17Z</dcterms:modified>
</cp:coreProperties>
</file>